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84" y="-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7595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2431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2194560" y="4846320"/>
            <a:ext cx="3840480" cy="3840480"/>
          </a:xfrm>
          <a:prstGeom prst="ellipse">
            <a:avLst/>
          </a:prstGeom>
          <a:solidFill>
            <a:srgbClr val="2431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PHASE B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24028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Where a Fly Will Be,</a:t>
            </a:r>
            <a:endParaRPr lang="en-US" sz="4000" dirty="0"/>
          </a:p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Fraction of a Second From Now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B9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motion-prediction model for autonomous fly tracking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Yaniv Bodaga   ·   Daniel Lachmakov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Advisors: Dr. Dan Lemberg · Mrs. Elena Kramer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Flies don't move the way our systems expect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2F5F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7373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168249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Extremely fast &amp; irregular flight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06654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Abrupt direction changes on a timescale of tens of milliseconds.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971800"/>
            <a:ext cx="566928" cy="566928"/>
          </a:xfrm>
          <a:prstGeom prst="ellipse">
            <a:avLst/>
          </a:prstGeom>
          <a:solidFill>
            <a:srgbClr val="2F5F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640080" y="29718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91693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tracking is too slow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508760" y="330098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system responds to where a fly WAS, it has already moved.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206240"/>
            <a:ext cx="566928" cy="566928"/>
          </a:xfrm>
          <a:prstGeom prst="ellipse">
            <a:avLst/>
          </a:prstGeom>
          <a:solidFill>
            <a:srgbClr val="2F5F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640080" y="42062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4151376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prediction assumes smooth motion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453542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Kalman filters, straight-line extrapolation — all break down on real fly turns.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i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needs to predict the future, not just track the present.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PHASE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this work answers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280160" y="2103120"/>
            <a:ext cx="960120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blurRad="1524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645920" y="2377440"/>
            <a:ext cx="8869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learned model predict where a fly will be, a fraction of a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ahead, more accurately than simply assuming it keeps</a:t>
            </a:r>
            <a:endParaRPr lang="en-US" sz="2100" dirty="0"/>
          </a:p>
          <a:p>
            <a:pPr marL="0" indent="0" algn="ctr">
              <a:buNone/>
            </a:pPr>
            <a:r>
              <a:rPr lang="en-US" sz="21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going in a straight line?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480060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yes — by how much, over what time horizon, and for which kinds of movement?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5852160"/>
            <a:ext cx="8869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F5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on 326 real flies — not synthetic data.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tracking data to a trained predictor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19C5CF-ADE4-A442-79D9-6F96C7412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0764" y="1234440"/>
            <a:ext cx="9510472" cy="515406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published fly-tracking data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03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17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flies tracked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3429000" y="2103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429000" y="3017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217920" y="2103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Hz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6217920" y="3017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rate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006840" y="2103120"/>
            <a:ext cx="2651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~4,900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3017520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CE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segments analyzed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4805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B9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&amp; Dickinson (Current Biology, 2017) — free-walking Drosophila trajectories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8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Flies are stationary ~70% of the time — every analysis focuses on genuine movement bouts (&gt;2 mm/s, 1s+)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kinds of fly movement are there?</a:t>
            </a:r>
            <a:endParaRPr lang="en-US" sz="3200" dirty="0"/>
          </a:p>
        </p:txBody>
      </p:sp>
      <p:pic>
        <p:nvPicPr>
          <p:cNvPr id="4" name="Image 0" descr="/sessions/sharp-amazing-sagan/mnt/outputs/book_assets/ksweep_silhouet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6126480" cy="343082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040880" y="182880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segments clustered by shape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(soft-DTW, k swept 2–15)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040880" y="2743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fit: k = 7 clusters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3383280"/>
            <a:ext cx="4572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silhouette scores are expected here — fly movement is a continuum of turn sharpness and speed, not a set of sharply separated behaviors.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prediction model</a:t>
            </a:r>
            <a:endParaRPr lang="en-US" sz="3200" dirty="0"/>
          </a:p>
        </p:txBody>
      </p:sp>
      <p:pic>
        <p:nvPicPr>
          <p:cNvPr id="4" name="Image 0" descr="/sessions/sharp-amazing-sagan/mnt/outputs/book_assets/model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" y="1600200"/>
            <a:ext cx="10817352" cy="49450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it honestly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F5F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914400" y="2880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by fly, not by frame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7947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10% val / 20% test — no fly's movement appears in more than one set.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63440" y="2148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F5F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4663440" y="2880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two baselines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37947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“constant velocity” (keep going straight) and “stopped” (don't move at all).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18288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0" y="21488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2F5F9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8412480" y="28803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metrics, always together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412480" y="379476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error in mm, and win rate — % of moments the model beats physics.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2431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50 ms ahead, the model beats simple physics by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0" y="2103120"/>
            <a:ext cx="1218895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0" b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81.2%</a:t>
            </a:r>
            <a:endParaRPr lang="en-US" sz="13000" dirty="0"/>
          </a:p>
        </p:txBody>
      </p:sp>
      <p:sp>
        <p:nvSpPr>
          <p:cNvPr id="6" name="Text 4"/>
          <p:cNvSpPr txBox="1"/>
          <p:nvPr/>
        </p:nvSpPr>
        <p:spPr>
          <a:xfrm>
            <a:off x="0" y="43434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D7DC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prediction error: 0.023 mm  (model)   vs.   0.122 mm  (constant velocity)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8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closer to the truth than physics on 95.3% of individual moments — worst test fly still wins 88.8% of the time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training actually help? Yes — measured, not assumed</a:t>
            </a:r>
            <a:endParaRPr lang="en-US" sz="3200" dirty="0"/>
          </a:p>
        </p:txBody>
      </p:sp>
      <p:pic>
        <p:nvPicPr>
          <p:cNvPr id="4" name="Image 0" descr="/sessions/sharp-amazing-sagan/mnt/outputs/book_assets/epoch_progres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11274552" cy="43137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checkpoint scored on the same held-out test set, never seen during training.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50 ms? The model's advantage peaks there</a:t>
            </a:r>
            <a:endParaRPr lang="en-US" sz="3200" dirty="0"/>
          </a:p>
        </p:txBody>
      </p:sp>
      <p:pic>
        <p:nvPicPr>
          <p:cNvPr id="4" name="Image 0" descr="/sessions/sharp-amazing-sagan/mnt/outputs/book_assets/horizon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63040"/>
            <a:ext cx="11274552" cy="43137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short: physics is already a great guess.   Too long: neither method sees far enough ahead.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helps on every kind of movement, not just one</a:t>
            </a:r>
            <a:endParaRPr lang="en-US" sz="3200" dirty="0"/>
          </a:p>
        </p:txBody>
      </p:sp>
      <p:pic>
        <p:nvPicPr>
          <p:cNvPr id="4" name="Image 0" descr="/sessions/sharp-amazing-sagan/mnt/outputs/book_assets/error_by_clu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417320"/>
            <a:ext cx="8686800" cy="46612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+73% to +81% improvement across all 7 independently discovered movement clusters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we meet our Phase A goals?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14400" y="1691640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motion prediction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052560" y="1810512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2F7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052560" y="1810512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551176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14400" y="2551176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&amp; generalizability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052560" y="2670048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2F7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052560" y="2670048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10712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14400" y="3410712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Adaptability to diverse motion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052560" y="3529584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2F7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052560" y="3529584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270248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14400" y="4270248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tolerance (dataset-level)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052560" y="4389120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2F7A5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9052560" y="43891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5129784"/>
            <a:ext cx="108813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E3E8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914400" y="5129784"/>
            <a:ext cx="7772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hardware integration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052560" y="5248656"/>
            <a:ext cx="2194560" cy="475488"/>
          </a:xfrm>
          <a:prstGeom prst="roundRect">
            <a:avLst>
              <a:gd name="adj" fmla="val 50000"/>
            </a:avLst>
          </a:prstGeom>
          <a:solidFill>
            <a:srgbClr val="C9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052560" y="5248656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phase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differently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C9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55648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architecture to the data — a small continuous LSTM outperformed the plan to adapt a large discrete Transformer (TrajLearn) for this problem.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C9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640080" y="3200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3127248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aren't a formality — comparing every result to constant-velocity is what turned “it works” into a specific, falsifiable, convincing claim.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02920" cy="502920"/>
          </a:xfrm>
          <a:prstGeom prst="ellipse">
            <a:avLst/>
          </a:prstGeom>
          <a:solidFill>
            <a:srgbClr val="C98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640080" y="4572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498848"/>
            <a:ext cx="9875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evaluation protocol first — the by-fly train/test split should have been decided before any modeling began.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24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931920"/>
            <a:ext cx="5029200" cy="5029200"/>
          </a:xfrm>
          <a:prstGeom prst="ellipse">
            <a:avLst/>
          </a:prstGeom>
          <a:solidFill>
            <a:srgbClr val="2431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 txBox="1"/>
          <p:nvPr/>
        </p:nvSpPr>
        <p:spPr>
          <a:xfrm>
            <a:off x="822960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383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9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6035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4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Yaniv Bodaga · Daniel Lachmakov     |     Advisors: Dr. Dan Lemberg · Mrs. Elena Kramer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703</Words>
  <Application>Microsoft Office PowerPoint</Application>
  <PresentationFormat>Widescreen</PresentationFormat>
  <Paragraphs>120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Yaniv B</cp:lastModifiedBy>
  <cp:revision>3</cp:revision>
  <dcterms:created xsi:type="dcterms:W3CDTF">2026-09-03T15:39:50Z</dcterms:created>
  <dcterms:modified xsi:type="dcterms:W3CDTF">2026-09-03T15:58:56Z</dcterms:modified>
</cp:coreProperties>
</file>